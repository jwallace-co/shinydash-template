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8" r:id="rId2"/>
  </p:sldMasterIdLst>
  <p:notesMasterIdLst>
    <p:notesMasterId r:id="rId3"/>
  </p:notesMasterIdLst>
  <p:handoutMasterIdLst>
    <p:handoutMasterId r:id="rId4"/>
  </p:handoutMasterIdLst>
  <p:sldSz cx="10693400" cy="7561263"/>
  <p:notesSz cx="6669088" cy="9926638"/>
  <p:defaultTextStyle>
    <a:defPPr>
      <a:defRPr lang="en-US"/>
    </a:defPPr>
    <a:lvl1pPr marL="0" algn="l" defTabSz="87773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38866" algn="l" defTabSz="87773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77732" algn="l" defTabSz="87773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16599" algn="l" defTabSz="87773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55465" algn="l" defTabSz="87773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94330" algn="l" defTabSz="87773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633196" algn="l" defTabSz="87773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72062" algn="l" defTabSz="87773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510929" algn="l" defTabSz="87773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">
          <p15:clr>
            <a:srgbClr val="A4A3A4"/>
          </p15:clr>
        </p15:guide>
        <p15:guide id="2" orient="horz" pos="4423" userDrawn="1">
          <p15:clr>
            <a:srgbClr val="A4A3A4"/>
          </p15:clr>
        </p15:guide>
        <p15:guide id="3" orient="horz" pos="4536">
          <p15:clr>
            <a:srgbClr val="A4A3A4"/>
          </p15:clr>
        </p15:guide>
        <p15:guide id="4" orient="horz" pos="930">
          <p15:clr>
            <a:srgbClr val="A4A3A4"/>
          </p15:clr>
        </p15:guide>
        <p15:guide id="5" orient="horz" pos="1021" userDrawn="1">
          <p15:clr>
            <a:srgbClr val="A4A3A4"/>
          </p15:clr>
        </p15:guide>
        <p15:guide id="6" orient="horz" pos="1610" userDrawn="1">
          <p15:clr>
            <a:srgbClr val="A4A3A4"/>
          </p15:clr>
        </p15:guide>
        <p15:guide id="7" orient="horz" pos="1746">
          <p15:clr>
            <a:srgbClr val="A4A3A4"/>
          </p15:clr>
        </p15:guide>
        <p15:guide id="8" orient="horz" pos="2336">
          <p15:clr>
            <a:srgbClr val="A4A3A4"/>
          </p15:clr>
        </p15:guide>
        <p15:guide id="9" orient="horz" pos="2427" userDrawn="1">
          <p15:clr>
            <a:srgbClr val="A4A3A4"/>
          </p15:clr>
        </p15:guide>
        <p15:guide id="10" orient="horz" pos="3017" userDrawn="1">
          <p15:clr>
            <a:srgbClr val="A4A3A4"/>
          </p15:clr>
        </p15:guide>
        <p15:guide id="11" orient="horz" pos="3153" userDrawn="1">
          <p15:clr>
            <a:srgbClr val="A4A3A4"/>
          </p15:clr>
        </p15:guide>
        <p15:guide id="12" orient="horz" pos="3742">
          <p15:clr>
            <a:srgbClr val="A4A3A4"/>
          </p15:clr>
        </p15:guide>
        <p15:guide id="13" orient="horz" pos="3878" userDrawn="1">
          <p15:clr>
            <a:srgbClr val="A4A3A4"/>
          </p15:clr>
        </p15:guide>
        <p15:guide id="14" pos="397">
          <p15:clr>
            <a:srgbClr val="A4A3A4"/>
          </p15:clr>
        </p15:guide>
        <p15:guide id="15" pos="2438">
          <p15:clr>
            <a:srgbClr val="A4A3A4"/>
          </p15:clr>
        </p15:guide>
        <p15:guide id="16" pos="2325">
          <p15:clr>
            <a:srgbClr val="A4A3A4"/>
          </p15:clr>
        </p15:guide>
        <p15:guide id="17" pos="4366">
          <p15:clr>
            <a:srgbClr val="A4A3A4"/>
          </p15:clr>
        </p15:guide>
        <p15:guide id="18" pos="4479">
          <p15:clr>
            <a:srgbClr val="A4A3A4"/>
          </p15:clr>
        </p15:guide>
        <p15:guide id="19" pos="1418">
          <p15:clr>
            <a:srgbClr val="A4A3A4"/>
          </p15:clr>
        </p15:guide>
        <p15:guide id="20" pos="1304">
          <p15:clr>
            <a:srgbClr val="A4A3A4"/>
          </p15:clr>
        </p15:guide>
        <p15:guide id="21" pos="5386">
          <p15:clr>
            <a:srgbClr val="A4A3A4"/>
          </p15:clr>
        </p15:guide>
        <p15:guide id="22" pos="5500">
          <p15:clr>
            <a:srgbClr val="A4A3A4"/>
          </p15:clr>
        </p15:guide>
        <p15:guide id="23" pos="3345">
          <p15:clr>
            <a:srgbClr val="A4A3A4"/>
          </p15:clr>
        </p15:guide>
        <p15:guide id="24" pos="3459">
          <p15:clr>
            <a:srgbClr val="A4A3A4"/>
          </p15:clr>
        </p15:guide>
        <p15:guide id="25" pos="64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0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enny Mohan" initials="JM" lastIdx="19" clrIdx="0">
    <p:extLst>
      <p:ext uri="{19B8F6BF-5375-455C-9EA6-DF929625EA0E}">
        <p15:presenceInfo xmlns:p15="http://schemas.microsoft.com/office/powerpoint/2012/main" userId="Jenny Mohan" providerId="None"/>
      </p:ext>
    </p:extLst>
  </p:cmAuthor>
  <p:cmAuthor id="2" name="Joshua Wallace" initials="JW" lastIdx="5" clrIdx="1">
    <p:extLst>
      <p:ext uri="{19B8F6BF-5375-455C-9EA6-DF929625EA0E}">
        <p15:presenceInfo xmlns:p15="http://schemas.microsoft.com/office/powerpoint/2012/main" userId="S-1-5-21-1141400437-1419162236-2865881067-10782" providerId="AD"/>
      </p:ext>
    </p:extLst>
  </p:cmAuthor>
  <p:cmAuthor id="3" name="Seren Adlem" initials="SA" lastIdx="2" clrIdx="2">
    <p:extLst>
      <p:ext uri="{19B8F6BF-5375-455C-9EA6-DF929625EA0E}">
        <p15:presenceInfo xmlns:p15="http://schemas.microsoft.com/office/powerpoint/2012/main" userId="Seren Adlem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918F"/>
    <a:srgbClr val="B0B0B0"/>
    <a:srgbClr val="5BA2A1"/>
    <a:srgbClr val="7C7C7C"/>
    <a:srgbClr val="FFD25B"/>
    <a:srgbClr val="ECAC00"/>
    <a:srgbClr val="FFFFFF"/>
    <a:srgbClr val="899639"/>
    <a:srgbClr val="899637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17" autoAdjust="0"/>
    <p:restoredTop sz="93979" autoAdjust="0"/>
  </p:normalViewPr>
  <p:slideViewPr>
    <p:cSldViewPr>
      <p:cViewPr varScale="1">
        <p:scale>
          <a:sx n="110" d="100"/>
          <a:sy n="110" d="100"/>
        </p:scale>
        <p:origin x="1230" y="96"/>
      </p:cViewPr>
      <p:guideLst>
        <p:guide orient="horz" pos="340"/>
        <p:guide orient="horz" pos="4423"/>
        <p:guide orient="horz" pos="4536"/>
        <p:guide orient="horz" pos="930"/>
        <p:guide orient="horz" pos="1021"/>
        <p:guide orient="horz" pos="1610"/>
        <p:guide orient="horz" pos="1746"/>
        <p:guide orient="horz" pos="2336"/>
        <p:guide orient="horz" pos="2427"/>
        <p:guide orient="horz" pos="3017"/>
        <p:guide orient="horz" pos="3153"/>
        <p:guide orient="horz" pos="3742"/>
        <p:guide orient="horz" pos="3878"/>
        <p:guide pos="397"/>
        <p:guide pos="2438"/>
        <p:guide pos="2325"/>
        <p:guide pos="4366"/>
        <p:guide pos="4479"/>
        <p:guide pos="1418"/>
        <p:guide pos="1304"/>
        <p:guide pos="5386"/>
        <p:guide pos="5500"/>
        <p:guide pos="3345"/>
        <p:guide pos="3459"/>
        <p:guide pos="640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84" d="100"/>
          <a:sy n="84" d="100"/>
        </p:scale>
        <p:origin x="3960" y="96"/>
      </p:cViewPr>
      <p:guideLst>
        <p:guide orient="horz" pos="3127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8"/>
            <a:ext cx="2889938" cy="496332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77607" y="8"/>
            <a:ext cx="2889938" cy="496332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r">
              <a:defRPr sz="1300"/>
            </a:lvl1pPr>
          </a:lstStyle>
          <a:p>
            <a:fld id="{7AA8A09D-DB16-4541-8231-FA0B6AC76964}" type="datetimeFigureOut">
              <a:rPr lang="en-GB" smtClean="0"/>
              <a:pPr/>
              <a:t>16/05/2023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28599"/>
            <a:ext cx="2889938" cy="496332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l">
              <a:defRPr sz="1300"/>
            </a:lvl1pPr>
          </a:lstStyle>
          <a:p>
            <a:r>
              <a:rPr lang="en-GB"/>
              <a:t>UNCLASSIFIED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77607" y="9428599"/>
            <a:ext cx="2889938" cy="496332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r">
              <a:defRPr sz="1300"/>
            </a:lvl1pPr>
          </a:lstStyle>
          <a:p>
            <a:fld id="{771B85D0-C302-4FF9-A82F-C4268D57520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5594162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8"/>
            <a:ext cx="2889938" cy="496332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8"/>
            <a:ext cx="2889938" cy="496332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r">
              <a:defRPr sz="1300"/>
            </a:lvl1pPr>
          </a:lstStyle>
          <a:p>
            <a:fld id="{5DECC27F-1B7E-4D63-96B2-C39BB5B635AA}" type="datetimeFigureOut">
              <a:rPr lang="en-GB" smtClean="0"/>
              <a:pPr/>
              <a:t>16/05/2023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744538"/>
            <a:ext cx="5262562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519" tIns="47259" rIns="94519" bIns="4725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15153"/>
            <a:ext cx="5335270" cy="4466987"/>
          </a:xfrm>
          <a:prstGeom prst="rect">
            <a:avLst/>
          </a:prstGeom>
        </p:spPr>
        <p:txBody>
          <a:bodyPr vert="horz" lIns="94519" tIns="47259" rIns="94519" bIns="4725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99"/>
            <a:ext cx="2889938" cy="496332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l">
              <a:defRPr sz="1300"/>
            </a:lvl1pPr>
          </a:lstStyle>
          <a:p>
            <a:r>
              <a:rPr lang="en-GB"/>
              <a:t>UNCLASSIFIED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99"/>
            <a:ext cx="2889938" cy="496332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r">
              <a:defRPr sz="1300"/>
            </a:lvl1pPr>
          </a:lstStyle>
          <a:p>
            <a:fld id="{F8A3B367-2A64-40C3-9CFC-2FE6C454C20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8817809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8777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38866" algn="l" defTabSz="8777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877732" algn="l" defTabSz="8777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16599" algn="l" defTabSz="8777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755465" algn="l" defTabSz="8777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194330" algn="l" defTabSz="8777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633196" algn="l" defTabSz="8777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072062" algn="l" defTabSz="8777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510929" algn="l" defTabSz="8777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ABE287-61B3-43B4-9C32-8BB54FC1D647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30237" y="3059775"/>
            <a:ext cx="9540875" cy="3996663"/>
          </a:xfrm>
        </p:spPr>
        <p:txBody>
          <a:bodyPr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3870326" y="539750"/>
            <a:ext cx="6300788" cy="2052638"/>
          </a:xfrm>
        </p:spPr>
        <p:txBody>
          <a:bodyPr numCol="2" spcCol="180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CDF9B4-0E7D-4945-9D58-E094E1F5D1F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0236" y="2771775"/>
            <a:ext cx="9540877" cy="288000"/>
          </a:xfrm>
        </p:spPr>
        <p:txBody>
          <a:bodyPr numCol="1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2076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ABE287-61B3-43B4-9C32-8BB54FC1D647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>
          <a:xfrm>
            <a:off x="3870326" y="827748"/>
            <a:ext cx="6300788" cy="6228689"/>
          </a:xfrm>
        </p:spPr>
        <p:txBody>
          <a:bodyPr numCol="1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30237" y="2771775"/>
            <a:ext cx="3060701" cy="4284663"/>
          </a:xfrm>
        </p:spPr>
        <p:txBody>
          <a:bodyPr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2217AE-6DA7-4A2D-8E72-A501893AEE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70325" y="539748"/>
            <a:ext cx="6300788" cy="288000"/>
          </a:xfrm>
        </p:spPr>
        <p:txBody>
          <a:bodyPr numCol="1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0066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/>
          <p:cNvCxnSpPr/>
          <p:nvPr/>
        </p:nvCxnSpPr>
        <p:spPr>
          <a:xfrm>
            <a:off x="630931" y="7201011"/>
            <a:ext cx="9540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9936856" y="7200899"/>
            <a:ext cx="216000" cy="251025"/>
          </a:xfrm>
          <a:prstGeom prst="rect">
            <a:avLst/>
          </a:prstGeom>
        </p:spPr>
        <p:txBody>
          <a:bodyPr vert="horz" lIns="0" tIns="36000" rIns="0" bIns="36000" rtlCol="0" anchor="t"/>
          <a:lstStyle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ABE287-61B3-43B4-9C32-8BB54FC1D647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9" name="Title Placeholder 38"/>
          <p:cNvSpPr>
            <a:spLocks noGrp="1"/>
          </p:cNvSpPr>
          <p:nvPr>
            <p:ph type="title"/>
          </p:nvPr>
        </p:nvSpPr>
        <p:spPr>
          <a:xfrm>
            <a:off x="630237" y="539748"/>
            <a:ext cx="3060701" cy="205264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54" name="Text Placeholder 53"/>
          <p:cNvSpPr>
            <a:spLocks noGrp="1"/>
          </p:cNvSpPr>
          <p:nvPr>
            <p:ph type="body" idx="1"/>
          </p:nvPr>
        </p:nvSpPr>
        <p:spPr>
          <a:xfrm>
            <a:off x="3870324" y="539750"/>
            <a:ext cx="6300789" cy="6516688"/>
          </a:xfrm>
          <a:prstGeom prst="rect">
            <a:avLst/>
          </a:prstGeom>
        </p:spPr>
        <p:txBody>
          <a:bodyPr vert="horz" lIns="0" tIns="0" rIns="0" bIns="0" numCol="2" spcCol="18000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476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25" r:id="rId2"/>
  </p:sldLayoutIdLst>
  <p:hf hdr="0" dt="0"/>
  <p:txStyles>
    <p:titleStyle>
      <a:lvl1pPr algn="l" defTabSz="877732" rtl="0" eaLnBrk="1" latinLnBrk="0" hangingPunct="1">
        <a:spcBef>
          <a:spcPct val="0"/>
        </a:spcBef>
        <a:buNone/>
        <a:defRPr sz="25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1588" algn="l" defTabSz="877732" rtl="0" eaLnBrk="1" latinLnBrk="0" hangingPunct="1">
        <a:spcBef>
          <a:spcPts val="600"/>
        </a:spcBef>
        <a:spcAft>
          <a:spcPts val="300"/>
        </a:spcAft>
        <a:buClrTx/>
        <a:buSzPct val="75000"/>
        <a:buFont typeface="Wingdings" pitchFamily="2" charset="2"/>
        <a:buNone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269875" indent="-90488" algn="l" defTabSz="877732" rtl="0" eaLnBrk="1" latinLnBrk="0" hangingPunct="1">
        <a:spcBef>
          <a:spcPts val="0"/>
        </a:spcBef>
        <a:spcAft>
          <a:spcPts val="300"/>
        </a:spcAft>
        <a:buClrTx/>
        <a:buSzPct val="75000"/>
        <a:buFont typeface="Wingdings" pitchFamily="2" charset="2"/>
        <a:buChar char="§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544513" indent="-92075" algn="l" defTabSz="877732" rtl="0" eaLnBrk="1" latinLnBrk="0" hangingPunct="1">
        <a:spcBef>
          <a:spcPts val="0"/>
        </a:spcBef>
        <a:spcAft>
          <a:spcPts val="300"/>
        </a:spcAft>
        <a:buClrTx/>
        <a:buSzPct val="75000"/>
        <a:buFont typeface="Wingdings" pitchFamily="2" charset="2"/>
        <a:buChar char="§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90588" indent="-82550" algn="l" defTabSz="877732" rtl="0" eaLnBrk="1" latinLnBrk="0" hangingPunct="1">
        <a:spcBef>
          <a:spcPts val="0"/>
        </a:spcBef>
        <a:spcAft>
          <a:spcPts val="300"/>
        </a:spcAft>
        <a:buClrTx/>
        <a:buSzPct val="75000"/>
        <a:buFont typeface="Wingdings" pitchFamily="2" charset="2"/>
        <a:buChar char="§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65225" indent="-80963" algn="l" defTabSz="877732" rtl="0" eaLnBrk="1" latinLnBrk="0" hangingPunct="1">
        <a:spcBef>
          <a:spcPts val="0"/>
        </a:spcBef>
        <a:spcAft>
          <a:spcPts val="300"/>
        </a:spcAft>
        <a:buClrTx/>
        <a:buSzPct val="75000"/>
        <a:buFont typeface="Wingdings" pitchFamily="2" charset="2"/>
        <a:buChar char="§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413764" indent="-219433" algn="l" defTabSz="87773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852630" indent="-219433" algn="l" defTabSz="87773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291496" indent="-219433" algn="l" defTabSz="87773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362" indent="-219433" algn="l" defTabSz="87773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7773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8866" algn="l" defTabSz="87773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77732" algn="l" defTabSz="87773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16599" algn="l" defTabSz="87773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55465" algn="l" defTabSz="87773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94330" algn="l" defTabSz="87773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33196" algn="l" defTabSz="87773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72062" algn="l" defTabSz="87773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510929" algn="l" defTabSz="87773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0" orient="horz" pos="2381" userDrawn="1">
          <p15:clr>
            <a:srgbClr val="F26B43"/>
          </p15:clr>
        </p15:guide>
        <p15:guide id="1" pos="3368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AandI Style">
  <a:themeElements>
    <a:clrScheme name="A &amp; I">
      <a:dk1>
        <a:srgbClr val="3F3F3F"/>
      </a:dk1>
      <a:lt1>
        <a:sysClr val="window" lastClr="FFFFFF"/>
      </a:lt1>
      <a:dk2>
        <a:srgbClr val="005ABB"/>
      </a:dk2>
      <a:lt2>
        <a:srgbClr val="5BB4E5"/>
      </a:lt2>
      <a:accent1>
        <a:srgbClr val="1A2792"/>
      </a:accent1>
      <a:accent2>
        <a:srgbClr val="57BAB7"/>
      </a:accent2>
      <a:accent3>
        <a:srgbClr val="889637"/>
      </a:accent3>
      <a:accent4>
        <a:srgbClr val="ECAC00"/>
      </a:accent4>
      <a:accent5>
        <a:srgbClr val="CC5A13"/>
      </a:accent5>
      <a:accent6>
        <a:srgbClr val="A23138"/>
      </a:accent6>
      <a:hlink>
        <a:srgbClr val="005ABB"/>
      </a:hlink>
      <a:folHlink>
        <a:srgbClr val="78256E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36000" tIns="36000" rIns="36000" bIns="36000" rtlCol="0">
        <a:noAutofit/>
      </a:bodyPr>
      <a:lstStyle>
        <a:defPPr>
          <a:defRPr sz="800" dirty="0" smtClean="0">
            <a:solidFill>
              <a:schemeClr val="tx1">
                <a:lumMod val="65000"/>
                <a:lumOff val="3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andI Style" id="{B199CC26-42C2-4229-B10A-365155EB6C75}" vid="{375BF103-E62A-4569-8F3D-3E076AFA770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label version="1.0">
  <element uid="id_newpolicy" value=""/>
  <element uid="id_unclassified" value=""/>
</label>
</file>

<file path=customXml/itemProps1.xml><?xml version="1.0" encoding="utf-8"?>
<ds:datastoreItem xmlns:ds="http://schemas.openxmlformats.org/officeDocument/2006/customXml" ds:itemID="{C791B53D-541A-4086-B1D3-C313A4698D6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Cabinet Office 2013 - AI document</Template>
  <TotalTime>38913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Wingdings</vt:lpstr>
      <vt:lpstr>AandI Style</vt:lpstr>
    </vt:vector>
  </TitlesOfParts>
  <Company>Flex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rogcjcorkhill</dc:creator>
  <cp:lastModifiedBy>Joshua Wallace</cp:lastModifiedBy>
  <cp:revision>1416</cp:revision>
  <cp:lastPrinted>2019-02-12T09:15:00Z</cp:lastPrinted>
  <dcterms:created xsi:type="dcterms:W3CDTF">2014-06-25T10:24:09Z</dcterms:created>
  <dcterms:modified xsi:type="dcterms:W3CDTF">2023-05-16T18:48:57Z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jDocumentSecurityLabel">
    <vt:lpwstr>UNCLASSIFIED</vt:lpwstr>
  </property>
  <property fmtid="{D5CDD505-2E9C-101B-9397-08002B2CF9AE}" pid="3" name="Document Security Label">
    <vt:lpwstr>UNCLASSIFIED</vt:lpwstr>
  </property>
  <property fmtid="{D5CDD505-2E9C-101B-9397-08002B2CF9AE}" pid="4" name="bjDocumentSecurityXML">
    <vt:lpwstr>&lt;label version="1.0"&gt;&lt;element uid="id_newpolicy" value=""/&gt;&lt;element uid="id_unclassified" value=""/&gt;&lt;/label&gt;</vt:lpwstr>
  </property>
  <property fmtid="{D5CDD505-2E9C-101B-9397-08002B2CF9AE}" pid="5" name="bjDocumentSecurityPolicyProp">
    <vt:lpwstr>UK</vt:lpwstr>
  </property>
  <property fmtid="{D5CDD505-2E9C-101B-9397-08002B2CF9AE}" pid="6" name="bjDocumentSecurityPolicyPropID">
    <vt:lpwstr>id_newpolicy</vt:lpwstr>
  </property>
  <property fmtid="{D5CDD505-2E9C-101B-9397-08002B2CF9AE}" pid="7" name="bjDocumentSecurityProp1">
    <vt:lpwstr>UNCLASSIFIED</vt:lpwstr>
  </property>
  <property fmtid="{D5CDD505-2E9C-101B-9397-08002B2CF9AE}" pid="8" name="bjSecLabelProp1ID">
    <vt:lpwstr>id_unclassified</vt:lpwstr>
  </property>
  <property fmtid="{D5CDD505-2E9C-101B-9397-08002B2CF9AE}" pid="9" name="bjDocumentSecurityProp2">
    <vt:lpwstr/>
  </property>
  <property fmtid="{D5CDD505-2E9C-101B-9397-08002B2CF9AE}" pid="10" name="bjSecLabelProp2ID">
    <vt:lpwstr/>
  </property>
  <property fmtid="{D5CDD505-2E9C-101B-9397-08002B2CF9AE}" pid="11" name="bjDocumentSecurityProp3">
    <vt:lpwstr/>
  </property>
  <property fmtid="{D5CDD505-2E9C-101B-9397-08002B2CF9AE}" pid="12" name="bjSecLabelProp3ID">
    <vt:lpwstr/>
  </property>
  <property fmtid="{D5CDD505-2E9C-101B-9397-08002B2CF9AE}" pid="13" name="eGMS.protectiveMarking">
    <vt:lpwstr/>
  </property>
  <property fmtid="{D5CDD505-2E9C-101B-9397-08002B2CF9AE}" pid="14" name="docIndexRef">
    <vt:lpwstr>f575c89e-fe7d-4efb-9d60-7de140f49469</vt:lpwstr>
  </property>
</Properties>
</file>